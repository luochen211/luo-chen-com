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来源：当前落尘网站源码；动态演示由 Remotion 生成并在第 10 页嵌入。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来源：当前落尘网站源码；动态演示由 Remotion 生成并在第 10 页嵌入。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来源：当前落尘网站源码；动态演示由 Remotion 生成并在第 10 页嵌入。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来源：当前落尘网站源码；动态演示由 Remotion 生成并在第 10 页嵌入。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来源：当前落尘网站源码；动态演示由 Remotion 生成并在第 10 页嵌入。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来源：当前落尘网站源码；动态演示由 Remotion 生成并在第 10 页嵌入。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来源：当前落尘网站源码；动态演示由 Remotion 生成并在第 10 页嵌入。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来源：当前落尘网站源码；动态演示由 Remotion 生成并在第 10 页嵌入。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来源：当前落尘网站源码；动态演示由 Remotion 生成并在第 10 页嵌入。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内嵌视频源：coolness-deck.mp4，由 docs/personal-site-coolness-deck/remotion/entry.jsx 渲染。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结论：个人网站的炫酷来自内容、空间、动效与留白的统一。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SITE /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3840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2700">
            <a:solidFill>
              <a:srgbClr val="394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47104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LUOCHEN / PERSONAL SITE / MOTION STUDY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66928" y="1234440"/>
            <a:ext cx="5806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个人网站，怎么做得炫酷？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26060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不是堆特效，而是设计信息如何被看见。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1371600"/>
            <a:ext cx="3200400" cy="3200400"/>
          </a:xfrm>
          <a:prstGeom prst="ellipse">
            <a:avLst/>
          </a:prstGeom>
          <a:solidFill>
            <a:srgbClr val="2B8CA5">
              <a:alpha val="65000"/>
            </a:srgbClr>
          </a:solidFill>
          <a:ln w="12700">
            <a:solidFill>
              <a:srgbClr val="2B8CA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1874520"/>
            <a:ext cx="2194560" cy="2194560"/>
          </a:xfrm>
          <a:prstGeom prst="ellipse">
            <a:avLst/>
          </a:prstGeom>
          <a:solidFill>
            <a:srgbClr val="DF7138">
              <a:alpha val="85000"/>
            </a:srgbClr>
          </a:solidFill>
          <a:ln w="12700">
            <a:solidFill>
              <a:srgbClr val="DF713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987552"/>
            <a:ext cx="3931920" cy="3931920"/>
          </a:xfrm>
          <a:prstGeom prst="arc">
            <a:avLst/>
          </a:prstGeom>
          <a:noFill/>
          <a:ln w="12700">
            <a:solidFill>
              <a:srgbClr val="F4F1E9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3246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国内访问 = 部署成功 + 域名 / DNS / 缓存 / 网络条件核验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OWN A SITE /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3840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2700">
            <a:solidFill>
              <a:srgbClr val="394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47104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LUOCHEN / PERSONAL SITE / MOTION STUDY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66928" y="1234440"/>
            <a:ext cx="5806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为什么还要做个人网站？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26060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把简历、作品、判断和联系方式，放进一个自己能控制的公开资产。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75120" y="1645920"/>
            <a:ext cx="3383280" cy="960120"/>
          </a:xfrm>
          <a:prstGeom prst="roundRect">
            <a:avLst>
              <a:gd name="adj" fmla="val 4762"/>
            </a:avLst>
          </a:prstGeom>
          <a:solidFill>
            <a:srgbClr val="101417"/>
          </a:solidFill>
          <a:ln w="12700">
            <a:solidFill>
              <a:srgbClr val="394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39712" y="181051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2B8C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简历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2212848"/>
            <a:ext cx="3383280" cy="960120"/>
          </a:xfrm>
          <a:prstGeom prst="roundRect">
            <a:avLst>
              <a:gd name="adj" fmla="val 4762"/>
            </a:avLst>
          </a:prstGeom>
          <a:solidFill>
            <a:srgbClr val="101417"/>
          </a:solidFill>
          <a:ln w="12700">
            <a:solidFill>
              <a:srgbClr val="3940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14032" y="237744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2B8C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作品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23760" y="2779776"/>
            <a:ext cx="3383280" cy="960120"/>
          </a:xfrm>
          <a:prstGeom prst="roundRect">
            <a:avLst>
              <a:gd name="adj" fmla="val 4762"/>
            </a:avLst>
          </a:prstGeom>
          <a:solidFill>
            <a:srgbClr val="101417"/>
          </a:solidFill>
          <a:ln w="12700">
            <a:solidFill>
              <a:srgbClr val="394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88352" y="294436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判断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3346704"/>
            <a:ext cx="3383280" cy="960120"/>
          </a:xfrm>
          <a:prstGeom prst="roundRect">
            <a:avLst>
              <a:gd name="adj" fmla="val 4762"/>
            </a:avLst>
          </a:prstGeom>
          <a:solidFill>
            <a:srgbClr val="101417"/>
          </a:solidFill>
          <a:ln w="12700">
            <a:solidFill>
              <a:srgbClr val="394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2672" y="351129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2B8C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联系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3246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国内访问 = 部署成功 + 域名 / DNS / 缓存 / 网络条件核验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REFRAME / 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3840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2700">
            <a:solidFill>
              <a:srgbClr val="394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47104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LUOCHEN / PERSONAL SITE / MOTION STUDY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66928" y="1234440"/>
            <a:ext cx="5806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炫酷，不是动得多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26060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视觉效果服务于注意力和理解。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0664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注意力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406640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理解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40664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记忆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995160" y="1691640"/>
            <a:ext cx="0" cy="2240280"/>
          </a:xfrm>
          <a:prstGeom prst="line">
            <a:avLst/>
          </a:prstGeom>
          <a:noFill/>
          <a:ln w="25400">
            <a:solidFill>
              <a:srgbClr val="DF71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3246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国内访问 = 部署成功 + 域名 / DNS / 缓存 / 网络条件核验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SCROLLTELLING /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3840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2700">
            <a:solidFill>
              <a:srgbClr val="394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47104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LUOCHEN / PERSONAL SITE / MOTION STUDY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66928" y="1234440"/>
            <a:ext cx="5806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先让滚动变成叙事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26060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把滚动位置，变成信息推进的时间轴。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0" y="1463040"/>
            <a:ext cx="164592" cy="164592"/>
          </a:xfrm>
          <a:prstGeom prst="ellipse">
            <a:avLst/>
          </a:prstGeom>
          <a:solidFill>
            <a:srgbClr val="2B8CA5"/>
          </a:solidFill>
          <a:ln w="12700">
            <a:solidFill>
              <a:srgbClr val="2B8CA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6680" y="1353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定位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97496" y="1627632"/>
            <a:ext cx="0" cy="594360"/>
          </a:xfrm>
          <a:prstGeom prst="line">
            <a:avLst/>
          </a:prstGeom>
          <a:noFill/>
          <a:ln w="19050">
            <a:solidFill>
              <a:srgbClr val="DF71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2221992"/>
            <a:ext cx="164592" cy="164592"/>
          </a:xfrm>
          <a:prstGeom prst="ellipse">
            <a:avLst/>
          </a:prstGeom>
          <a:solidFill>
            <a:srgbClr val="2B8CA5"/>
          </a:solidFill>
          <a:ln w="12700">
            <a:solidFill>
              <a:srgbClr val="2B8CA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21122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证据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97496" y="2386584"/>
            <a:ext cx="0" cy="594360"/>
          </a:xfrm>
          <a:prstGeom prst="line">
            <a:avLst/>
          </a:prstGeom>
          <a:noFill/>
          <a:ln w="19050">
            <a:solidFill>
              <a:srgbClr val="DF71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2980944"/>
            <a:ext cx="164592" cy="164592"/>
          </a:xfrm>
          <a:prstGeom prst="ellipse">
            <a:avLst/>
          </a:prstGeom>
          <a:solidFill>
            <a:srgbClr val="DF7138"/>
          </a:solidFill>
          <a:ln w="12700">
            <a:solidFill>
              <a:srgbClr val="DF713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2871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作品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97496" y="3145536"/>
            <a:ext cx="0" cy="594360"/>
          </a:xfrm>
          <a:prstGeom prst="line">
            <a:avLst/>
          </a:prstGeom>
          <a:noFill/>
          <a:ln w="19050">
            <a:solidFill>
              <a:srgbClr val="DF71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3739896"/>
            <a:ext cx="164592" cy="164592"/>
          </a:xfrm>
          <a:prstGeom prst="ellipse">
            <a:avLst/>
          </a:prstGeom>
          <a:solidFill>
            <a:srgbClr val="2B8CA5"/>
          </a:solidFill>
          <a:ln w="12700">
            <a:solidFill>
              <a:srgbClr val="2B8CA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3630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行动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63640" y="3246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国内访问 = 部署成功 + 域名 / DNS / 缓存 / 网络条件核验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 / 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3840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2700">
            <a:solidFill>
              <a:srgbClr val="394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47104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LUOCHEN / PERSONAL SITE / MOTION STUDY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66928" y="1234440"/>
            <a:ext cx="5806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用空间制造“正在发生”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26060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固定、进入、覆盖：让网页从平面变成一个空间。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3474720" cy="2011680"/>
          </a:xfrm>
          <a:prstGeom prst="roundRect">
            <a:avLst>
              <a:gd name="adj" fmla="val 2273"/>
            </a:avLst>
          </a:prstGeom>
          <a:solidFill>
            <a:srgbClr val="101417"/>
          </a:solidFill>
          <a:ln w="12700">
            <a:solidFill>
              <a:srgbClr val="394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56832" y="199339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2B8C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STICKY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03720" y="2240280"/>
            <a:ext cx="3474720" cy="2011680"/>
          </a:xfrm>
          <a:prstGeom prst="roundRect">
            <a:avLst>
              <a:gd name="adj" fmla="val 2273"/>
            </a:avLst>
          </a:prstGeom>
          <a:solidFill>
            <a:srgbClr val="101417"/>
          </a:solidFill>
          <a:ln w="12700">
            <a:solidFill>
              <a:srgbClr val="3940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68312" y="240487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2651760"/>
            <a:ext cx="3474720" cy="2011680"/>
          </a:xfrm>
          <a:prstGeom prst="roundRect">
            <a:avLst>
              <a:gd name="adj" fmla="val 2273"/>
            </a:avLst>
          </a:prstGeom>
          <a:solidFill>
            <a:srgbClr val="101417"/>
          </a:solidFill>
          <a:ln w="12700">
            <a:solidFill>
              <a:srgbClr val="394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79792" y="281635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2B8C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3246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国内访问 = 部署成功 + 域名 / DNS / 缓存 / 网络条件核验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RHYTHM / 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3840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2700">
            <a:solidFill>
              <a:srgbClr val="394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47104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LUOCHEN / PERSONAL SITE / MOTION STUDY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66928" y="1234440"/>
            <a:ext cx="5806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动效要有节奏，不要有噪音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26060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出现、停留、转场、回收。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0" y="1572768"/>
            <a:ext cx="2926080" cy="0"/>
          </a:xfrm>
          <a:prstGeom prst="line">
            <a:avLst/>
          </a:prstGeom>
          <a:noFill/>
          <a:ln w="25400">
            <a:solidFill>
              <a:srgbClr val="2B8C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863840" y="2212848"/>
            <a:ext cx="2514600" cy="0"/>
          </a:xfrm>
          <a:prstGeom prst="line">
            <a:avLst/>
          </a:prstGeom>
          <a:noFill/>
          <a:ln w="25400">
            <a:solidFill>
              <a:srgbClr val="2B8C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63840" y="2852928"/>
            <a:ext cx="2103120" cy="0"/>
          </a:xfrm>
          <a:prstGeom prst="line">
            <a:avLst/>
          </a:prstGeom>
          <a:noFill/>
          <a:ln w="25400">
            <a:solidFill>
              <a:srgbClr val="2B8C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PAYOFF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63840" y="3493008"/>
            <a:ext cx="1691640" cy="0"/>
          </a:xfrm>
          <a:prstGeom prst="line">
            <a:avLst/>
          </a:prstGeom>
          <a:noFill/>
          <a:ln w="25400">
            <a:solidFill>
              <a:srgbClr val="DF71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3246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国内访问 = 部署成功 + 域名 / DNS / 缓存 / 网络条件核验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LETTERING / 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3840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2700">
            <a:solidFill>
              <a:srgbClr val="394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47104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LUOCHEN / PERSONAL SITE / MOTION STUDY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66928" y="1234440"/>
            <a:ext cx="5806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艺术字：先描述视觉，再反推提示词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26060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字体结构 + 材质 + 光线 + 构图 + 禁止项。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16459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92240" y="278892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结构 / 材质 / 光线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构图 / 禁止项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263640" y="3246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国内访问 = 部署成功 + 域名 / DNS / 缓存 / 网络条件核验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/ 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3840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2700">
            <a:solidFill>
              <a:srgbClr val="394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47104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LUOCHEN / PERSONAL SITE / MOTION STUDY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66928" y="1234440"/>
            <a:ext cx="5806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从本地到线上：Cloudflare Pages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26060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push → build → Pages → custom domain。国内访问还要单独核验。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1005840" cy="658368"/>
          </a:xfrm>
          <a:prstGeom prst="roundRect">
            <a:avLst>
              <a:gd name="adj" fmla="val 6944"/>
            </a:avLst>
          </a:prstGeom>
          <a:solidFill>
            <a:srgbClr val="101417"/>
          </a:solidFill>
          <a:ln w="12700">
            <a:solidFill>
              <a:srgbClr val="394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2176272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2B8C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PUSH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33488" y="2103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525512" y="2011680"/>
            <a:ext cx="1005840" cy="658368"/>
          </a:xfrm>
          <a:prstGeom prst="roundRect">
            <a:avLst>
              <a:gd name="adj" fmla="val 6944"/>
            </a:avLst>
          </a:prstGeom>
          <a:solidFill>
            <a:srgbClr val="101417"/>
          </a:solidFill>
          <a:ln w="12700">
            <a:solidFill>
              <a:srgbClr val="394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90104" y="2176272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2B8C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95360" y="2103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787384" y="2011680"/>
            <a:ext cx="1005840" cy="658368"/>
          </a:xfrm>
          <a:prstGeom prst="roundRect">
            <a:avLst>
              <a:gd name="adj" fmla="val 6944"/>
            </a:avLst>
          </a:prstGeom>
          <a:solidFill>
            <a:srgbClr val="101417"/>
          </a:solidFill>
          <a:ln w="12700">
            <a:solidFill>
              <a:srgbClr val="394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51976" y="2176272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2B8C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57232" y="2103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049256" y="2011680"/>
            <a:ext cx="1005840" cy="658368"/>
          </a:xfrm>
          <a:prstGeom prst="roundRect">
            <a:avLst>
              <a:gd name="adj" fmla="val 6944"/>
            </a:avLst>
          </a:prstGeom>
          <a:solidFill>
            <a:srgbClr val="101417"/>
          </a:solidFill>
          <a:ln w="12700">
            <a:solidFill>
              <a:srgbClr val="3940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13848" y="2176272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3246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国内访问 = 部署成功 + 域名 / DNS / 缓存 / 网络条件核验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 / 09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3840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2700">
            <a:solidFill>
              <a:srgbClr val="394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47104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LUOCHEN / PERSONAL SITE / MOTION STUDY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66928" y="1234440"/>
            <a:ext cx="5806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这个网站的滚动编排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26060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→ Proof → Orbit → Stack → CTA。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63640" y="3246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国内访问 = 部署成功 + 域名 / DNS / 缓存 / 网络条件核验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2011680"/>
            <a:ext cx="822960" cy="1828800"/>
          </a:xfrm>
          <a:prstGeom prst="roundRect">
            <a:avLst>
              <a:gd name="adj" fmla="val 5556"/>
            </a:avLst>
          </a:prstGeom>
          <a:solidFill>
            <a:srgbClr val="101417"/>
          </a:solidFill>
          <a:ln w="12700">
            <a:solidFill>
              <a:srgbClr val="394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6792" y="2176272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2B8C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0" y="2331720"/>
            <a:ext cx="822960" cy="1645920"/>
          </a:xfrm>
          <a:prstGeom prst="roundRect">
            <a:avLst>
              <a:gd name="adj" fmla="val 5556"/>
            </a:avLst>
          </a:prstGeom>
          <a:solidFill>
            <a:srgbClr val="101417"/>
          </a:solidFill>
          <a:ln w="12700">
            <a:solidFill>
              <a:srgbClr val="394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96912" y="2496312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2B8C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2011680"/>
            <a:ext cx="822960" cy="1828800"/>
          </a:xfrm>
          <a:prstGeom prst="roundRect">
            <a:avLst>
              <a:gd name="adj" fmla="val 5556"/>
            </a:avLst>
          </a:prstGeom>
          <a:solidFill>
            <a:srgbClr val="101417"/>
          </a:solidFill>
          <a:ln w="12700">
            <a:solidFill>
              <a:srgbClr val="394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7032" y="2176272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52560" y="2331720"/>
            <a:ext cx="822960" cy="1645920"/>
          </a:xfrm>
          <a:prstGeom prst="roundRect">
            <a:avLst>
              <a:gd name="adj" fmla="val 5556"/>
            </a:avLst>
          </a:prstGeom>
          <a:solidFill>
            <a:srgbClr val="101417"/>
          </a:solidFill>
          <a:ln w="12700">
            <a:solidFill>
              <a:srgbClr val="3940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17152" y="2496312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2B8C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012680" y="2011680"/>
            <a:ext cx="822960" cy="1828800"/>
          </a:xfrm>
          <a:prstGeom prst="roundRect">
            <a:avLst>
              <a:gd name="adj" fmla="val 5556"/>
            </a:avLst>
          </a:prstGeom>
          <a:solidFill>
            <a:srgbClr val="101417"/>
          </a:solidFill>
          <a:ln w="12700">
            <a:solidFill>
              <a:srgbClr val="3940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77272" y="2176272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2B8C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REMOTION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3840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2700">
            <a:solidFill>
              <a:srgbClr val="394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47104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LUOCHEN / PERSONAL SITE / MOTION STUDY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66928" y="1234440"/>
            <a:ext cx="5806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把设计方法变成动态演示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26060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这一页不是截图，而是 PPT 内嵌的 Remotion 视频。演示时点击播放。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0" y="1005840"/>
            <a:ext cx="5897880" cy="4800600"/>
          </a:xfrm>
          <a:prstGeom prst="roundRect">
            <a:avLst>
              <a:gd name="adj" fmla="val 952"/>
            </a:avLst>
          </a:prstGeom>
          <a:solidFill>
            <a:srgbClr val="101417"/>
          </a:solidFill>
          <a:ln w="12700">
            <a:solidFill>
              <a:srgbClr val="394047"/>
            </a:solidFill>
            <a:prstDash val="solid"/>
          </a:ln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806440" y="1143000"/>
            <a:ext cx="5623560" cy="4526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06440" y="5806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→ 时间轴 → MP4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DF71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/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3840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2700">
            <a:solidFill>
              <a:srgbClr val="394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47104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LUOCHEN / PERSONAL SITE / MOTION STUDY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66928" y="1234440"/>
            <a:ext cx="5806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最好的炫酷，是让人愿意继续往下看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26060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8A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the next scroll, not just the first screen.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828800"/>
            <a:ext cx="2560320" cy="2560320"/>
          </a:xfrm>
          <a:prstGeom prst="ellipse">
            <a:avLst/>
          </a:prstGeom>
          <a:solidFill>
            <a:srgbClr val="DF7138">
              <a:alpha val="45000"/>
            </a:srgbClr>
          </a:solidFill>
          <a:ln w="12700">
            <a:solidFill>
              <a:srgbClr val="DF713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1097280"/>
            <a:ext cx="4114800" cy="4114800"/>
          </a:xfrm>
          <a:prstGeom prst="arc">
            <a:avLst/>
          </a:prstGeom>
          <a:noFill/>
          <a:ln w="12700">
            <a:solidFill>
              <a:srgbClr val="F4F1E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Luochen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个人网站，怎么做得炫酷？</dc:title>
  <dc:subject>个人网站如何做得炫酷</dc:subject>
  <dc:creator>Luochen</dc:creator>
  <cp:lastModifiedBy>Luochen</cp:lastModifiedBy>
  <cp:revision>1</cp:revision>
  <dcterms:created xsi:type="dcterms:W3CDTF">2026-08-14T02:02:06Z</dcterms:created>
  <dcterms:modified xsi:type="dcterms:W3CDTF">2026-08-14T02:02:06Z</dcterms:modified>
</cp:coreProperties>
</file>